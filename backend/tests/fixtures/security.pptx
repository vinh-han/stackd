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IAM roles give temporary credentials through STS.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KMS keys rotate every 365 days by default.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Shield Advanced adds 24/7 response team access.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